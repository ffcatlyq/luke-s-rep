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0"/>
            <a:ext cx="3520440" cy="51435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workspace/ppt-output/assets/ppt/media/image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B2D42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731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D99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东区 · 病理研修班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261872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从一次会议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到持续学习网络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66928" y="29077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最佳实践案例｜聚焦执行力对业务的积极影响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3886200"/>
            <a:ext cx="3383280" cy="530352"/>
          </a:xfrm>
          <a:prstGeom prst="roundRect">
            <a:avLst>
              <a:gd name="adj" fmla="val 20690"/>
            </a:avLst>
          </a:prstGeom>
          <a:solidFill>
            <a:srgbClr val="EF23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050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负责人：东区–Title–姓名（待补充）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23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BEST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业务挑战：医生需要的不只是一堂课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4871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9903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 诊断复杂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淋巴瘤分型与鉴别难度高，系统化实战学习需求持续存在。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487168" cy="2057400"/>
          </a:xfrm>
          <a:prstGeom prst="roundRect">
            <a:avLst>
              <a:gd name="adj" fmla="val 3556"/>
            </a:avLst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39903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 单兵作战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02152" y="1737360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区域亚专科力量有限，疑难会诊与同行支持网络不足。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35624" y="1234440"/>
            <a:ext cx="248716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139903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 MDT影响力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18504" y="1737360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病理医生还需要提升专业表达、协作效率与决策参与度。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675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机会判断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192" y="363931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把单次培训升级为“深度学习 + 病例协作 + 持续复盘”的区域专业支持网络。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4645152"/>
            <a:ext cx="329184" cy="329184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23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BEST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项目设计：专题授课与疑难病例研讨双核驱动</a:t>
            </a:r>
            <a:endParaRPr lang="en-US" sz="2500" dirty="0"/>
          </a:p>
        </p:txBody>
      </p:sp>
      <p:pic>
        <p:nvPicPr>
          <p:cNvPr id="4" name="Image 0" descr="/workspace/ppt-output/assets/ppt/media/image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65760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3858768"/>
            <a:ext cx="3657600" cy="438912"/>
          </a:xfrm>
          <a:prstGeom prst="rect">
            <a:avLst/>
          </a:prstGeom>
          <a:solidFill>
            <a:srgbClr val="2B2D42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399592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真实病例 × 专家带教 × 多头显微/数字切片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434840" y="114300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17720" y="130759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线下深研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1645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天、5 个专题，覆盖常见及疑难亚型。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2221992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238658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互动机制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17720" y="27249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预言卡、战队积分、高光特权签，把被动听课转为主动参与。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3300984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17720" y="346557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会后巩固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17720" y="38039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学习笔记 + 问卷反馈 + 线上读片会，形成闭环。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58200" y="4645152"/>
            <a:ext cx="329184" cy="329184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58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23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BEST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执行路径：会前识别需求，会中强化体验，会后沉淀关系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97280" y="1298448"/>
            <a:ext cx="658368" cy="658368"/>
          </a:xfrm>
          <a:prstGeom prst="ellipse">
            <a:avLst/>
          </a:prstGeom>
          <a:solidFill>
            <a:srgbClr val="2B2D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4904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55648" y="1627632"/>
            <a:ext cx="86868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5488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会前精准邀约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688336"/>
            <a:ext cx="192024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位定向邀请；聚焦 T300 医院与东区重点省份。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658368" cy="658368"/>
          </a:xfrm>
          <a:prstGeom prst="ellipse">
            <a:avLst/>
          </a:prstGeom>
          <a:solidFill>
            <a:srgbClr val="2B2D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4904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04488" y="1627632"/>
            <a:ext cx="86868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24328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会中实战交锋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24328" y="2688336"/>
            <a:ext cx="192024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专题授课、病例研讨、答题互动与显微镜实操并行。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0" y="1298448"/>
            <a:ext cx="658368" cy="658368"/>
          </a:xfrm>
          <a:prstGeom prst="ellipse">
            <a:avLst/>
          </a:prstGeom>
          <a:solidFill>
            <a:srgbClr val="2B2D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4904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627632"/>
            <a:ext cx="86868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773168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会后即时复盘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2688336"/>
            <a:ext cx="192024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学习笔记与问卷反馈，快速捕捉真实需求。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1298448"/>
            <a:ext cx="658368" cy="658368"/>
          </a:xfrm>
          <a:prstGeom prst="ellipse">
            <a:avLst/>
          </a:prstGeom>
          <a:solidFill>
            <a:srgbClr val="EF23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4904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2008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持续线上共阅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22008" y="2688336"/>
            <a:ext cx="192024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以线上读片/MDT 延续病例讨论和专业连接。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51560" y="4096512"/>
            <a:ext cx="7040880" cy="438912"/>
          </a:xfrm>
          <a:prstGeom prst="roundRect">
            <a:avLst>
              <a:gd name="adj" fmla="val 31250"/>
            </a:avLst>
          </a:prstGeom>
          <a:solidFill>
            <a:srgbClr val="EDF2F4"/>
          </a:solidFill>
          <a:ln w="12700">
            <a:solidFill>
              <a:srgbClr val="8D99AE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233672"/>
            <a:ext cx="6675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执行关键：把课程体验、数据反馈和下一次触达设计成同一条用户旅程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58200" y="4645152"/>
            <a:ext cx="329184" cy="329184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23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BEST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量化成果：参与规模与教学反馈双验证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病理医生参与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87752" y="11155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天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2587752" y="17373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连续深度学习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72584" y="11155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672584" y="17373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专题覆盖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57416" y="11155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757416" y="17373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有效问卷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最认可：专题授课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2441448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EDF2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441448"/>
            <a:ext cx="4402836" cy="1828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2395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44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最想强化：阅片/疑难判读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3063240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EDF2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3063240"/>
            <a:ext cx="3962552" cy="18288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3017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666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进阶首选：MDT实战思维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3685032"/>
            <a:ext cx="4892040" cy="182880"/>
          </a:xfrm>
          <a:prstGeom prst="roundRect">
            <a:avLst>
              <a:gd name="adj" fmla="val 50000"/>
            </a:avLst>
          </a:prstGeom>
          <a:solidFill>
            <a:srgbClr val="EDF2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3685032"/>
            <a:ext cx="3473348" cy="18288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36393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4622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数据源：8.22–23 病理研修班总结与 21 份有效问卷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458200" y="4645152"/>
            <a:ext cx="329184" cy="329184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23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BEST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复盘洞察：高认可背后，下一步要解决“时间、病例、频次”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514600" cy="2670048"/>
          </a:xfrm>
          <a:prstGeom prst="roundRect">
            <a:avLst>
              <a:gd name="adj" fmla="val 2909"/>
            </a:avLst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075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保留｜有效机制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专题授课 + 疑难病例研讨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三位导师深度答疑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实操与互动增强参与感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143000"/>
            <a:ext cx="2514600" cy="267004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3075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优化｜现场体验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6459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延长阅片与会诊时间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增加不典型、误诊漏诊病例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控制课程密度，留出消化时间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17336" y="1143000"/>
            <a:ext cx="2514600" cy="267004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25400" dist="50800" dir="2700000">
              <a:srgbClr val="8D99AE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13075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延展｜持续支持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0216" y="16459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季度/半年开展系列活动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线上直播与线下小班结合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A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保留答疑群与典型病例讨论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人主动致谢｜高频词：受益匪浅 · 填补知识漏洞 · 希望继续参加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58200" y="4645152"/>
            <a:ext cx="329184" cy="329184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从一次会议，走向可持续的病理协作生态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持续学习网络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线上病例共阅 + 线下实操研修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区域师资梯队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624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与核心导师合作培养潜力讲师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741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MDT示范输出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374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复制高效跨学科沟通与决策机制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7909560" cy="438912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98264"/>
            <a:ext cx="7360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业务价值：将专业教育沉淀为长期连接、诊疗协作与区域影响力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4645152"/>
            <a:ext cx="329184" cy="329184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从一次会议到持续学习网络</dc:title>
  <dc:subject>东区病理研修班最佳实践案例</dc:subject>
  <dc:creator>OpenAI</dc:creator>
  <cp:lastModifiedBy>OpenAI</cp:lastModifiedBy>
  <cp:revision>1</cp:revision>
  <dcterms:created xsi:type="dcterms:W3CDTF">2026-10-26T07:12:39Z</dcterms:created>
  <dcterms:modified xsi:type="dcterms:W3CDTF">2026-10-26T07:12:39Z</dcterms:modified>
</cp:coreProperties>
</file>