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1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2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3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4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5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6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7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病理研修班最佳实践，第 8 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Luke-s-Rep/output/roche-blue/render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Roche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病理研修班最佳实践｜罗氏蓝</dc:title>
  <dc:subject>病理研修班最佳实践</dc:subject>
  <dc:creator>OpenAI</dc:creator>
  <cp:lastModifiedBy>OpenAI</cp:lastModifiedBy>
  <cp:revision>1</cp:revision>
  <dcterms:created xsi:type="dcterms:W3CDTF">2026-10-26T08:04:18Z</dcterms:created>
  <dcterms:modified xsi:type="dcterms:W3CDTF">2026-10-26T08:04:18Z</dcterms:modified>
</cp:coreProperties>
</file>